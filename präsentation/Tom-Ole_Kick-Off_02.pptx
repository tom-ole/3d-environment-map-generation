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61" r:id="rId2"/>
    <p:sldId id="277" r:id="rId3"/>
    <p:sldId id="279" r:id="rId4"/>
    <p:sldId id="263" r:id="rId5"/>
    <p:sldId id="271" r:id="rId6"/>
    <p:sldId id="280" r:id="rId7"/>
    <p:sldId id="283" r:id="rId8"/>
    <p:sldId id="284" r:id="rId9"/>
    <p:sldId id="286" r:id="rId10"/>
    <p:sldId id="282" r:id="rId11"/>
    <p:sldId id="287" r:id="rId12"/>
    <p:sldId id="285" r:id="rId13"/>
    <p:sldId id="272" r:id="rId14"/>
    <p:sldId id="288" r:id="rId15"/>
    <p:sldId id="289" r:id="rId16"/>
    <p:sldId id="268" r:id="rId17"/>
    <p:sldId id="270" r:id="rId18"/>
    <p:sldId id="278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56" y="5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Tabelle1!$C$2</c:f>
              <c:strCache>
                <c:ptCount val="1"/>
                <c:pt idx="0">
                  <c:v>Start 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plus"/>
            <c:errValType val="cust"/>
            <c:noEndCap val="1"/>
            <c:plus>
              <c:numRef>
                <c:f>Tabelle1!$G$3:$G$10</c:f>
                <c:numCache>
                  <c:formatCode>General</c:formatCode>
                  <c:ptCount val="8"/>
                  <c:pt idx="0">
                    <c:v>28.5</c:v>
                  </c:pt>
                  <c:pt idx="1">
                    <c:v>19.2</c:v>
                  </c:pt>
                  <c:pt idx="2">
                    <c:v>0</c:v>
                  </c:pt>
                  <c:pt idx="3">
                    <c:v>0</c:v>
                  </c:pt>
                  <c:pt idx="4">
                    <c:v>0</c:v>
                  </c:pt>
                  <c:pt idx="5">
                    <c:v>0</c:v>
                  </c:pt>
                  <c:pt idx="6">
                    <c:v>0</c:v>
                  </c:pt>
                  <c:pt idx="7">
                    <c:v>35.096341463414632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520700" cap="flat" cmpd="sng" algn="ctr">
                <a:solidFill>
                  <a:schemeClr val="accent5">
                    <a:lumMod val="75000"/>
                  </a:schemeClr>
                </a:solidFill>
                <a:round/>
              </a:ln>
              <a:effectLst/>
            </c:spPr>
          </c:errBar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Tabelle1!$C$3:$C$10</c:f>
              <c:numCache>
                <c:formatCode>m/d/yyyy</c:formatCode>
                <c:ptCount val="8"/>
                <c:pt idx="0">
                  <c:v>46114</c:v>
                </c:pt>
                <c:pt idx="1">
                  <c:v>46127</c:v>
                </c:pt>
                <c:pt idx="2">
                  <c:v>46159</c:v>
                </c:pt>
                <c:pt idx="3">
                  <c:v>46168</c:v>
                </c:pt>
                <c:pt idx="4">
                  <c:v>46180</c:v>
                </c:pt>
                <c:pt idx="5">
                  <c:v>46210</c:v>
                </c:pt>
                <c:pt idx="6">
                  <c:v>46231</c:v>
                </c:pt>
                <c:pt idx="7">
                  <c:v>46114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C-4D89-A92D-712EEDB670AD}"/>
            </c:ext>
          </c:extLst>
        </c:ser>
        <c:ser>
          <c:idx val="1"/>
          <c:order val="1"/>
          <c:tx>
            <c:strRef>
              <c:f>Tabelle1!$F$2</c:f>
              <c:strCache>
                <c:ptCount val="1"/>
                <c:pt idx="0">
                  <c:v>Duration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529F1A24-AD0B-4E93-AF58-1609AD6419B9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13DC-4D89-A92D-712EEDB670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F10A472-64DE-4C9F-98D0-57B6C5C7F6C9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13DC-4D89-A92D-712EEDB670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7FB07D0-F83D-48BE-B456-8D6F9D48CF4C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13DC-4D89-A92D-712EEDB670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A63D7A-1C3B-4CB3-8A38-29C6F5765C65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13DC-4D89-A92D-712EEDB670A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2CCE3D27-3E75-49F4-BDAE-DD194229B148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3DC-4D89-A92D-712EEDB670A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EBF4B1BF-778B-48E0-B6D7-6981D04D7DDC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3DC-4D89-A92D-712EEDB670A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7D0748B-4027-419E-B40F-A86E20665833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3DC-4D89-A92D-712EEDB670A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1ED650BD-F803-447F-A52B-BDE87026E62F}" type="CELLRANGE">
                      <a:rPr lang="en-US"/>
                      <a:pPr/>
                      <a:t>[ZELLBEREICH]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13DC-4D89-A92D-712EEDB670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Lato" panose="020F05020202040302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Tabelle1!$B$3:$B$10</c:f>
              <c:strCache>
                <c:ptCount val="8"/>
                <c:pt idx="0">
                  <c:v>Literature Review</c:v>
                </c:pt>
                <c:pt idx="1">
                  <c:v>Data Collection</c:v>
                </c:pt>
                <c:pt idx="2">
                  <c:v>Data Preprocessing</c:v>
                </c:pt>
                <c:pt idx="3">
                  <c:v>Colmap</c:v>
                </c:pt>
                <c:pt idx="4">
                  <c:v>Gaussian Splat</c:v>
                </c:pt>
                <c:pt idx="5">
                  <c:v>Data Postprocessing</c:v>
                </c:pt>
                <c:pt idx="6">
                  <c:v>Thesis Writing</c:v>
                </c:pt>
                <c:pt idx="7">
                  <c:v>Thesis</c:v>
                </c:pt>
              </c:strCache>
            </c:strRef>
          </c:cat>
          <c:val>
            <c:numRef>
              <c:f>Tabelle1!$F$3:$F$10</c:f>
              <c:numCache>
                <c:formatCode>0</c:formatCode>
                <c:ptCount val="8"/>
                <c:pt idx="0">
                  <c:v>38</c:v>
                </c:pt>
                <c:pt idx="1">
                  <c:v>32</c:v>
                </c:pt>
                <c:pt idx="2">
                  <c:v>45</c:v>
                </c:pt>
                <c:pt idx="3">
                  <c:v>16</c:v>
                </c:pt>
                <c:pt idx="4">
                  <c:v>30</c:v>
                </c:pt>
                <c:pt idx="5">
                  <c:v>21</c:v>
                </c:pt>
                <c:pt idx="6">
                  <c:v>64</c:v>
                </c:pt>
                <c:pt idx="7">
                  <c:v>181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Tabelle1!$E$3:$E$10</c15:f>
                <c15:dlblRangeCache>
                  <c:ptCount val="8"/>
                  <c:pt idx="0">
                    <c:v>75%</c:v>
                  </c:pt>
                  <c:pt idx="1">
                    <c:v>60%</c:v>
                  </c:pt>
                  <c:pt idx="2">
                    <c:v>0%</c:v>
                  </c:pt>
                  <c:pt idx="3">
                    <c:v>0%</c:v>
                  </c:pt>
                  <c:pt idx="4">
                    <c:v>0%</c:v>
                  </c:pt>
                  <c:pt idx="5">
                    <c:v>0%</c:v>
                  </c:pt>
                  <c:pt idx="6">
                    <c:v>0%</c:v>
                  </c:pt>
                  <c:pt idx="7">
                    <c:v>19%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13DC-4D89-A92D-712EEDB670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84630319"/>
        <c:axId val="84631279"/>
      </c:barChart>
      <c:catAx>
        <c:axId val="8463031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1279"/>
        <c:crosses val="autoZero"/>
        <c:auto val="1"/>
        <c:lblAlgn val="ctr"/>
        <c:lblOffset val="100"/>
        <c:noMultiLvlLbl val="0"/>
      </c:catAx>
      <c:valAx>
        <c:axId val="84631279"/>
        <c:scaling>
          <c:orientation val="minMax"/>
          <c:max val="46296"/>
          <c:min val="46114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0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Lato" panose="020F0502020204030203" pitchFamily="34" charset="0"/>
                <a:ea typeface="+mn-ea"/>
                <a:cs typeface="+mn-cs"/>
              </a:defRPr>
            </a:pPr>
            <a:endParaRPr lang="en-US"/>
          </a:p>
        </c:txPr>
        <c:crossAx val="84630319"/>
        <c:crosses val="autoZero"/>
        <c:crossBetween val="between"/>
        <c:majorUnit val="30"/>
        <c:minorUnit val="7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Lato" panose="020F0502020204030203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C3B69-89BD-49DC-9594-2357530D7DFA}" type="datetimeFigureOut">
              <a:rPr lang="de-DE" smtClean="0"/>
              <a:t>11.05.2026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BD4EE-AD9D-403C-AF7A-F1AB4629040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147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BD4EE-AD9D-403C-AF7A-F1AB4629040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72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6;p3">
            <a:extLst>
              <a:ext uri="{FF2B5EF4-FFF2-40B4-BE49-F238E27FC236}">
                <a16:creationId xmlns:a16="http://schemas.microsoft.com/office/drawing/2014/main" id="{2E3473E1-C400-4124-891C-37D5C381A8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0761" b="12764"/>
          <a:stretch/>
        </p:blipFill>
        <p:spPr>
          <a:xfrm>
            <a:off x="0" y="0"/>
            <a:ext cx="609282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EE92AF3-8DDC-44BE-9D2E-759639164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7040" y="1122363"/>
            <a:ext cx="5212080" cy="4775200"/>
          </a:xfrm>
        </p:spPr>
        <p:txBody>
          <a:bodyPr anchor="ctr" anchorCtr="0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15A0DA-9A46-490C-8E2D-4EA13784CA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122363"/>
            <a:ext cx="4572000" cy="2387600"/>
          </a:xfrm>
        </p:spPr>
        <p:txBody>
          <a:bodyPr anchor="b" anchorCtr="0"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student</a:t>
            </a:r>
            <a:endParaRPr lang="de-DE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6260197-8A91-4752-8D87-5ABB6A83D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837861" y="93374"/>
            <a:ext cx="1222519" cy="61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F07684F6-A99A-44CB-8903-BE5048E74EA4}"/>
              </a:ext>
            </a:extLst>
          </p:cNvPr>
          <p:cNvSpPr/>
          <p:nvPr userDrawn="1"/>
        </p:nvSpPr>
        <p:spPr>
          <a:xfrm>
            <a:off x="6095999" y="3509963"/>
            <a:ext cx="4608945" cy="635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Supervisors: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Prof. Dr. Sören Pirk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40F74A2-E1B6-4327-8FAF-4D246CCEE296}"/>
              </a:ext>
            </a:extLst>
          </p:cNvPr>
          <p:cNvCxnSpPr>
            <a:cxnSpLocks/>
          </p:cNvCxnSpPr>
          <p:nvPr userDrawn="1"/>
        </p:nvCxnSpPr>
        <p:spPr>
          <a:xfrm>
            <a:off x="6088059" y="3509963"/>
            <a:ext cx="457994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11C86DE-CBF3-4A69-801B-DB9DCCB564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88059" y="4104641"/>
            <a:ext cx="4579941" cy="179291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PhD Supervisor</a:t>
            </a:r>
          </a:p>
        </p:txBody>
      </p:sp>
    </p:spTree>
    <p:extLst>
      <p:ext uri="{BB962C8B-B14F-4D97-AF65-F5344CB8AC3E}">
        <p14:creationId xmlns:p14="http://schemas.microsoft.com/office/powerpoint/2010/main" val="187468353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6EA52EF0-C2DF-4AFC-8E09-4EF815917F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652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5" name="Textplatzhalter 23">
            <a:extLst>
              <a:ext uri="{FF2B5EF4-FFF2-40B4-BE49-F238E27FC236}">
                <a16:creationId xmlns:a16="http://schemas.microsoft.com/office/drawing/2014/main" id="{37E3301A-4CED-48AC-BB1C-52F90922AE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621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6" name="Textplatzhalter 23">
            <a:extLst>
              <a:ext uri="{FF2B5EF4-FFF2-40B4-BE49-F238E27FC236}">
                <a16:creationId xmlns:a16="http://schemas.microsoft.com/office/drawing/2014/main" id="{2D79952C-0567-4061-B8D9-D55138C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6590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7" name="Textplatzhalter 23">
            <a:extLst>
              <a:ext uri="{FF2B5EF4-FFF2-40B4-BE49-F238E27FC236}">
                <a16:creationId xmlns:a16="http://schemas.microsoft.com/office/drawing/2014/main" id="{ED7DD245-CB5B-4949-A782-F61E468A93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32559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8" name="Textplatzhalter 23">
            <a:extLst>
              <a:ext uri="{FF2B5EF4-FFF2-40B4-BE49-F238E27FC236}">
                <a16:creationId xmlns:a16="http://schemas.microsoft.com/office/drawing/2014/main" id="{251FF361-6BA9-431F-8105-D8C57133BD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8528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29" name="Textplatzhalter 23">
            <a:extLst>
              <a:ext uri="{FF2B5EF4-FFF2-40B4-BE49-F238E27FC236}">
                <a16:creationId xmlns:a16="http://schemas.microsoft.com/office/drawing/2014/main" id="{4F5377E7-E090-49FF-9DD9-C65EF34E67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49763"/>
            <a:ext cx="444500" cy="477837"/>
          </a:xfrm>
        </p:spPr>
        <p:txBody>
          <a:bodyPr>
            <a:normAutofit/>
          </a:bodyPr>
          <a:lstStyle>
            <a:lvl1pPr marL="0" indent="0" algn="ctr">
              <a:buNone/>
              <a:defRPr sz="2800" b="1"/>
            </a:lvl1pPr>
          </a:lstStyle>
          <a:p>
            <a:pPr lvl="0"/>
            <a:r>
              <a:rPr lang="de-DE" dirty="0"/>
              <a:t>#</a:t>
            </a:r>
          </a:p>
        </p:txBody>
      </p:sp>
      <p:sp>
        <p:nvSpPr>
          <p:cNvPr id="30" name="Textplatzhalter 23">
            <a:extLst>
              <a:ext uri="{FF2B5EF4-FFF2-40B4-BE49-F238E27FC236}">
                <a16:creationId xmlns:a16="http://schemas.microsoft.com/office/drawing/2014/main" id="{ED23E987-DF55-482C-BF6D-EAD67DD0B3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43049" y="1465263"/>
            <a:ext cx="9810749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3">
            <a:extLst>
              <a:ext uri="{FF2B5EF4-FFF2-40B4-BE49-F238E27FC236}">
                <a16:creationId xmlns:a16="http://schemas.microsoft.com/office/drawing/2014/main" id="{EE805C4D-D1FB-441F-AD9C-0CA2AE415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43050" y="20621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2" name="Textplatzhalter 23">
            <a:extLst>
              <a:ext uri="{FF2B5EF4-FFF2-40B4-BE49-F238E27FC236}">
                <a16:creationId xmlns:a16="http://schemas.microsoft.com/office/drawing/2014/main" id="{3E6CAD65-4B14-4CAB-B3C0-AF428914EE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543050" y="2654301"/>
            <a:ext cx="9810748" cy="482600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3">
            <a:extLst>
              <a:ext uri="{FF2B5EF4-FFF2-40B4-BE49-F238E27FC236}">
                <a16:creationId xmlns:a16="http://schemas.microsoft.com/office/drawing/2014/main" id="{F91AF98A-3A8B-4567-9C48-86E935CFAC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43050" y="32559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4" name="Textplatzhalter 23">
            <a:extLst>
              <a:ext uri="{FF2B5EF4-FFF2-40B4-BE49-F238E27FC236}">
                <a16:creationId xmlns:a16="http://schemas.microsoft.com/office/drawing/2014/main" id="{905492C7-A057-4472-B703-B445A3B51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543050" y="38528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3">
            <a:extLst>
              <a:ext uri="{FF2B5EF4-FFF2-40B4-BE49-F238E27FC236}">
                <a16:creationId xmlns:a16="http://schemas.microsoft.com/office/drawing/2014/main" id="{FC1F0516-829D-4CCD-9E63-F3BFEA2CFF5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43050" y="4449763"/>
            <a:ext cx="9810748" cy="47783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400" b="0"/>
            </a:lvl1pPr>
          </a:lstStyle>
          <a:p>
            <a:pPr lvl="0"/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929F704E-BBF6-4A16-AA93-4CE2DF1CEDBF}"/>
              </a:ext>
            </a:extLst>
          </p:cNvPr>
          <p:cNvSpPr txBox="1"/>
          <p:nvPr userDrawn="1"/>
        </p:nvSpPr>
        <p:spPr>
          <a:xfrm>
            <a:off x="838198" y="365760"/>
            <a:ext cx="100482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</a:rPr>
              <a:t>Outline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9485C8-4CDA-4AC8-9C11-E531475402A2}"/>
              </a:ext>
            </a:extLst>
          </p:cNvPr>
          <p:cNvCxnSpPr>
            <a:cxnSpLocks/>
          </p:cNvCxnSpPr>
          <p:nvPr userDrawn="1"/>
        </p:nvCxnSpPr>
        <p:spPr>
          <a:xfrm>
            <a:off x="1409379" y="1465263"/>
            <a:ext cx="0" cy="34623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4152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;p3">
            <a:extLst>
              <a:ext uri="{FF2B5EF4-FFF2-40B4-BE49-F238E27FC236}">
                <a16:creationId xmlns:a16="http://schemas.microsoft.com/office/drawing/2014/main" id="{04859EE0-D0A0-40D6-8B51-9DE288ED55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3372"/>
          <a:stretch/>
        </p:blipFill>
        <p:spPr>
          <a:xfrm>
            <a:off x="-76525" y="-76250"/>
            <a:ext cx="12268525" cy="693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BDDE1-D209-4592-B4E0-EF98E481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040" y="3014662"/>
            <a:ext cx="8707119" cy="82867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07DFD62-F2DD-41DC-8D40-DEF0909E4BEA}"/>
              </a:ext>
            </a:extLst>
          </p:cNvPr>
          <p:cNvCxnSpPr>
            <a:cxnSpLocks/>
          </p:cNvCxnSpPr>
          <p:nvPr userDrawn="1"/>
        </p:nvCxnSpPr>
        <p:spPr>
          <a:xfrm>
            <a:off x="3019739" y="2633821"/>
            <a:ext cx="0" cy="16817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2A534CA-2327-444A-85B2-40C3E85C39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3080" y="2633028"/>
            <a:ext cx="2412359" cy="1681797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13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38717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BA58C7-9CA4-4A69-8281-830B7CB9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FEA076-7CE8-436E-A808-1FACEB568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0D65BE7-7A8F-4540-8F44-5AEFC314D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C23A5C4-AB72-493D-B086-E6BB9932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08375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C699A29-BE38-4550-B6E7-D5F50C256E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3920" y="93373"/>
            <a:ext cx="1222519" cy="611260"/>
          </a:xfrm>
          <a:prstGeom prst="rect">
            <a:avLst/>
          </a:prstGeom>
        </p:spPr>
      </p:pic>
      <p:pic>
        <p:nvPicPr>
          <p:cNvPr id="8" name="Google Shape;16;p3">
            <a:extLst>
              <a:ext uri="{FF2B5EF4-FFF2-40B4-BE49-F238E27FC236}">
                <a16:creationId xmlns:a16="http://schemas.microsoft.com/office/drawing/2014/main" id="{843CD34C-62BD-4771-A0CC-816CC9FDB770}"/>
              </a:ext>
            </a:extLst>
          </p:cNvPr>
          <p:cNvPicPr preferRelativeResize="0"/>
          <p:nvPr userDrawn="1"/>
        </p:nvPicPr>
        <p:blipFill rotWithShape="1">
          <a:blip r:embed="rId7">
            <a:alphaModFix/>
          </a:blip>
          <a:srcRect t="89958" b="3372"/>
          <a:stretch/>
        </p:blipFill>
        <p:spPr>
          <a:xfrm>
            <a:off x="-1" y="6356350"/>
            <a:ext cx="1083786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DBEBF33-92DB-4F4B-B9AB-15DCD1BA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8E90B-076A-4171-8C78-A75DD5EB2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5552"/>
            <a:ext cx="10515600" cy="4711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E2B00-A97F-474F-9CF9-DEC6B787F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999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E03616-96E9-49F6-B138-5C3CB6323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37862" y="6356350"/>
            <a:ext cx="51593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F4A6CBB-F502-4F21-9EEC-F3DA3CA4578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748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C33B0-A333-479C-88E6-DFE1B64C8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Bi-Weekly </a:t>
            </a:r>
            <a:r>
              <a:rPr lang="en-US" dirty="0"/>
              <a:t>Presentation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8434F6-AB5E-4DEE-9EC7-A7206E8A59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Tom-Ole Korbach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088ACC-55F9-4BD5-8255-AF7EEEA068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7120" y="4104641"/>
            <a:ext cx="4500880" cy="1792919"/>
          </a:xfrm>
        </p:spPr>
        <p:txBody>
          <a:bodyPr/>
          <a:lstStyle/>
          <a:p>
            <a:r>
              <a:rPr lang="en-US" noProof="0" dirty="0"/>
              <a:t>Anton Wagner</a:t>
            </a:r>
          </a:p>
        </p:txBody>
      </p:sp>
    </p:spTree>
    <p:extLst>
      <p:ext uri="{BB962C8B-B14F-4D97-AF65-F5344CB8AC3E}">
        <p14:creationId xmlns:p14="http://schemas.microsoft.com/office/powerpoint/2010/main" val="20016647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C144B5B-C3DB-61D3-6EFD-812F4BC8A8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VCAI | Tom-Ole Korbach | Automatic Generation of 3D Environment</a:t>
            </a:r>
            <a:endParaRPr lang="en-US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F33B1BC-DE57-CB96-0BCF-A50BB53D9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4090A7-0AAB-0C72-2221-AB39A8ADB5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D837DBF-FE91-9793-65E7-575ABAE782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2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F5AF84F-6D67-4ADA-945E-109C86F075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3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66B4AF-625D-5F4E-EE0A-BB1030817D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49EE903A-3055-302A-1D3E-60B1A3BFC77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The Approach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7ACA135-EDF5-D439-B38D-57A8E8559E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0" dirty="0"/>
              <a:t>The Problem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4440629-8A0C-E321-360C-893F48D2D7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noProof="0" dirty="0"/>
              <a:t>The Solution?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4656C2D-2CE4-5D84-E575-A8E6B6D907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3830191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990BC-D290-ABD5-B831-FC372E9F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Bachelor Thesis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9FC26E-4BF8-0323-6090-BC201186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sz="2800" b="1" dirty="0"/>
              <a:t>Automatic Generation of 3D</a:t>
            </a:r>
            <a:br>
              <a:rPr lang="en-US" sz="2800" b="1" dirty="0"/>
            </a:br>
            <a:r>
              <a:rPr lang="en-US" sz="2800" b="1" dirty="0"/>
              <a:t>Environment Models from Robot Sensor Data</a:t>
            </a:r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4604B0-68C8-281B-1698-0E9BC217E4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47DD0D4-7ACB-A7DE-9EF7-B9C20C98B0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733446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B3C47-5035-4E90-B123-0C18F9D0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Approach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F08D7F-658C-42CB-BC1B-162F4618E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765217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726B-B44A-AE89-E243-D84AF80D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The Approach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7D6F1DC-7B8C-DB56-1D76-81ED0546E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80" y="1381574"/>
            <a:ext cx="10105790" cy="4826186"/>
          </a:xfrm>
        </p:spPr>
        <p:txBody>
          <a:bodyPr>
            <a:normAutofit/>
          </a:bodyPr>
          <a:lstStyle/>
          <a:p>
            <a:r>
              <a:rPr lang="en-US" dirty="0"/>
              <a:t>Manually walk a path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6A21B2-CB1B-38E1-B9EB-CA7F4C6BC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VCAI | Tom-Ole Korbach | Automatic Generation of 3D Environment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AF198F-AE5C-2CE6-E777-68AD21F7D5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1E17DA7-AA7B-A7D2-1341-7987430E2AB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654" t="4164" r="2578" b="4600"/>
          <a:stretch>
            <a:fillRect/>
          </a:stretch>
        </p:blipFill>
        <p:spPr>
          <a:xfrm>
            <a:off x="2210400" y="1951200"/>
            <a:ext cx="7041600" cy="39312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D5370CD-76CA-4C2C-9828-71941D4CE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9977" y="3688491"/>
            <a:ext cx="457352" cy="4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1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5 0.00996 L 0.0155 0.00996 C 0.02006 0.00926 0.02605 0.00811 0.03021 0.00811 C 0.03438 0.00811 0.03841 0.00857 0.04245 0.00903 C 0.0431 0.00926 0.04375 0.00973 0.0444 0.00996 C 0.04532 0.01019 0.0461 0.01042 0.04701 0.01088 C 0.04831 0.01135 0.04974 0.01204 0.05105 0.0125 L 0.053 0.01343 C 0.05326 0.01436 0.05339 0.01528 0.05352 0.01621 C 0.05378 0.01713 0.05456 0.01783 0.05456 0.01899 C 0.05456 0.01968 0.05365 0.04769 0.05352 0.04954 C 0.05352 0.05163 0.05326 0.05371 0.053 0.05579 C 0.05274 0.06112 0.05209 0.072 0.05209 0.072 C 0.05222 0.07894 0.05235 0.08588 0.05261 0.09283 C 0.05261 0.09514 0.053 0.09746 0.053 0.1 C 0.05326 0.10487 0.05326 0.1095 0.05352 0.11436 C 0.0543 0.12524 0.05612 0.14676 0.05612 0.14676 C 0.05599 0.15093 0.05573 0.16482 0.05508 0.17107 C 0.05482 0.17338 0.05443 0.17524 0.05404 0.17755 C 0.05378 0.18241 0.053 0.18774 0.05404 0.19283 C 0.0543 0.19375 0.05456 0.19468 0.05508 0.19538 C 0.0556 0.1963 0.05651 0.19653 0.05716 0.19723 C 0.06042 0.20139 0.05677 0.19908 0.06068 0.20093 C 0.06146 0.20209 0.06224 0.20348 0.06315 0.2044 C 0.06381 0.2051 0.06459 0.2051 0.06524 0.20533 C 0.06914 0.20741 0.06355 0.2051 0.0698 0.20718 C 0.0711 0.20764 0.07409 0.2088 0.07539 0.20903 C 0.07891 0.2095 0.08243 0.2095 0.08594 0.20996 C 0.08841 0.21019 0.09076 0.21042 0.0931 0.21088 L 0.1392 0.20996 C 0.14271 0.20996 0.14636 0.21042 0.14987 0.21088 C 0.17279 0.21297 0.1418 0.21042 0.16966 0.2125 C 0.17149 0.2132 0.17331 0.21389 0.17513 0.21436 C 0.18086 0.21575 0.19271 0.21598 0.19649 0.21621 C 0.19935 0.21598 0.20222 0.21621 0.20508 0.21528 C 0.20625 0.21505 0.20703 0.2132 0.20808 0.2125 C 0.20938 0.21181 0.21081 0.21204 0.21211 0.21158 C 0.21302 0.21112 0.21381 0.21042 0.21472 0.20996 C 0.21615 0.20903 0.21784 0.20857 0.21927 0.20718 C 0.22631 0.19977 0.21745 0.2088 0.22435 0.20278 C 0.22552 0.20163 0.22722 0.19954 0.22839 0.19815 C 0.22891 0.19584 0.2293 0.19329 0.22995 0.19098 C 0.23034 0.18913 0.23099 0.1875 0.23138 0.18565 C 0.23177 0.18403 0.23177 0.18264 0.2319 0.18102 C 0.2323 0.17732 0.23269 0.17107 0.23295 0.1676 C 0.23125 0.14723 0.23386 0.17894 0.2319 0.15232 C 0.23177 0.15047 0.23164 0.14862 0.23138 0.14676 C 0.23125 0.14468 0.23112 0.1426 0.23086 0.14051 C 0.23073 0.1382 0.23073 0.13565 0.23047 0.13334 C 0.23021 0.13125 0.22969 0.12917 0.22943 0.12709 C 0.22917 0.12547 0.22943 0.12362 0.22891 0.12246 C 0.2267 0.1176 0.22383 0.11875 0.22084 0.11806 C 0.2198 0.11783 0.21875 0.11737 0.21771 0.11713 C 0.21315 0.11551 0.21849 0.1169 0.21315 0.11528 C 0.21159 0.11482 0.20925 0.11459 0.20756 0.11343 C 0.20157 0.1095 0.20664 0.11135 0.20052 0.10996 C 0.19818 0.10718 0.19662 0.10579 0.19493 0.10186 C 0.19466 0.10093 0.19466 0.1 0.1944 0.09908 C 0.19414 0.09746 0.19375 0.09607 0.19336 0.09468 C 0.19323 0.09306 0.1931 0.09144 0.19297 0.09005 C 0.19258 0.0882 0.19219 0.08658 0.19193 0.08473 C 0.19167 0.08288 0.19154 0.08102 0.19141 0.07917 C 0.19154 0.06991 0.19154 0.06065 0.19193 0.05139 C 0.19193 0.05 0.19232 0.04885 0.19245 0.04769 C 0.19271 0.04445 0.1931 0.04121 0.19336 0.03774 C 0.19506 0.01806 0.1931 0.03704 0.1944 0.02616 C 0.19466 0.02454 0.1944 0.02269 0.19493 0.02153 C 0.19558 0.02038 0.19662 0.02038 0.19753 0.01968 C 0.19896 0.01875 0.20052 0.01806 0.20209 0.01713 C 0.2043 0.01575 0.20625 0.0132 0.2086 0.0125 L 0.21719 0.01088 C 0.22435 0.01019 0.23138 0.01019 0.23855 0.00996 C 0.25847 0.01088 0.25599 0.01135 0.278 0.00996 C 0.27969 0.00973 0.28138 0.00926 0.28308 0.00903 C 0.28594 0.00857 0.28881 0.00834 0.29167 0.00811 C 0.2931 0.00834 0.2944 0.0088 0.29584 0.00903 C 0.29896 0.0095 0.30222 0.00926 0.30534 0.00996 C 0.30651 0.01019 0.30743 0.01112 0.30847 0.01158 C 0.30873 0.0125 0.31172 0.02014 0.31198 0.02153 C 0.3125 0.02385 0.31302 0.02871 0.31302 0.02871 C 0.31328 0.04491 0.3142 0.05973 0.3125 0.0757 C 0.31237 0.07709 0.31159 0.07825 0.31094 0.07917 C 0.30847 0.08311 0.3086 0.08218 0.30638 0.0838 C 0.3056 0.08426 0.30482 0.08519 0.30391 0.08565 C 0.30287 0.08612 0.30183 0.08612 0.30078 0.08635 C 0.29453 0.09375 0.30157 0.08658 0.29271 0.0919 C 0.2918 0.09237 0.29102 0.09375 0.29024 0.09468 C 0.28802 0.09653 0.28646 0.097 0.28412 0.09815 C 0.27943 0.1007 0.28282 0.09954 0.278 0.10093 C 0.27722 0.10186 0.27644 0.10301 0.27552 0.10348 C 0.27435 0.1044 0.27305 0.1044 0.27201 0.10533 C 0.2711 0.10625 0.27058 0.10788 0.26993 0.10903 C 0.2698 0.11042 0.2698 0.11204 0.2694 0.11343 C 0.26901 0.11505 0.26836 0.11644 0.26797 0.11806 C 0.26745 0.11968 0.26719 0.12153 0.26693 0.12338 C 0.26524 0.15973 0.26784 0.10718 0.26537 0.14584 C 0.26511 0.15 0.26511 0.1544 0.26485 0.15857 C 0.26472 0.16181 0.26459 0.16505 0.26433 0.16852 C 0.26459 0.17269 0.26472 0.17686 0.26485 0.18102 C 0.26498 0.18311 0.26524 0.18982 0.26589 0.19283 C 0.26628 0.19468 0.26693 0.1963 0.26745 0.19815 C 0.2681 0.20116 0.26849 0.20718 0.26993 0.20996 C 0.27162 0.21297 0.27305 0.2132 0.275 0.21436 C 0.27591 0.21505 0.2767 0.21575 0.27748 0.21621 C 0.27995 0.21713 0.28985 0.21783 0.29076 0.21806 L 0.30495 0.21899 C 0.30677 0.21945 0.3086 0.22038 0.31042 0.22061 C 0.31862 0.22223 0.31693 0.22084 0.3237 0.22246 C 0.32552 0.22292 0.32735 0.22385 0.32917 0.22431 C 0.33985 0.22639 0.34558 0.22639 0.35664 0.22709 C 0.3573 0.22732 0.35795 0.22801 0.3586 0.22801 C 0.36185 0.22801 0.3612 0.22639 0.3642 0.22616 C 0.3724 0.22524 0.38907 0.22431 0.38907 0.22431 C 0.38985 0.22408 0.39076 0.22385 0.39154 0.22338 C 0.39206 0.22292 0.39258 0.222 0.3931 0.22153 C 0.39349 0.22107 0.39414 0.22107 0.39453 0.22061 C 0.39701 0.21783 0.39506 0.21968 0.39818 0.21806 C 0.39961 0.21713 0.40118 0.21598 0.40274 0.21528 C 0.40339 0.21505 0.40404 0.21482 0.40469 0.21436 C 0.4056 0.21389 0.40638 0.2132 0.4073 0.2125 C 0.40782 0.21227 0.40821 0.21204 0.40873 0.21158 C 0.41029 0.20834 0.41198 0.2044 0.41381 0.20186 C 0.41472 0.20047 0.41589 0.2 0.41693 0.19908 C 0.41745 0.19792 0.41784 0.19653 0.41836 0.19538 C 0.4211 0.19075 0.4198 0.19491 0.42201 0.19005 C 0.42696 0.17917 0.42227 0.18774 0.42657 0.1801 C 0.4267 0.17894 0.42683 0.17778 0.42696 0.17663 C 0.42735 0.17454 0.42774 0.17246 0.428 0.17014 C 0.42826 0.16806 0.42839 0.16598 0.42852 0.16389 C 0.42839 0.15741 0.42826 0.1507 0.428 0.14422 C 0.428 0.14167 0.42761 0.13936 0.42748 0.13681 C 0.42735 0.13125 0.42722 0.12547 0.42696 0.11968 C 0.42774 0.10741 0.42826 0.10209 0.42696 0.08727 C 0.42696 0.08635 0.42605 0.08658 0.42552 0.08635 C 0.42435 0.08612 0.42318 0.08565 0.42201 0.08565 C 0.41836 0.08519 0.41485 0.08496 0.41133 0.08473 C 0.40404 0.08403 0.40365 0.0838 0.39714 0.08288 L 0.37435 0.0838 C 0.37084 0.08403 0.37019 0.0845 0.36719 0.08565 C 0.36615 0.08588 0.36524 0.08612 0.3642 0.08635 C 0.36302 0.08681 0.36185 0.08704 0.36068 0.08727 C 0.35404 0.08959 0.3543 0.08959 0.34896 0.0919 C 0.34258 0.09167 0.3362 0.09144 0.32969 0.09098 C 0.32917 0.09098 0.32878 0.09028 0.32826 0.09005 C 0.32735 0.08959 0.32657 0.08959 0.32565 0.08913 C 0.32461 0.08866 0.3224 0.08704 0.32162 0.08635 C 0.32032 0.08403 0.31966 0.08357 0.31914 0.0801 C 0.31758 0.07153 0.3198 0.07778 0.31758 0.06852 C 0.31719 0.0669 0.31654 0.06551 0.31602 0.06389 C 0.31576 0.06158 0.31472 0.0507 0.31459 0.04676 C 0.31433 0.04329 0.3142 0.03959 0.31407 0.03612 C 0.31433 0.03241 0.31459 0.02871 0.31498 0.02524 C 0.31524 0.02362 0.31628 0.01991 0.31758 0.01968 C 0.33946 0.01899 0.36146 0.01922 0.38347 0.01899 C 0.38881 0.01575 0.38477 0.0176 0.39258 0.01621 C 0.39701 0.01528 0.40573 0.01343 0.40573 0.01343 C 0.40821 0.01389 0.41081 0.01389 0.41328 0.01436 C 0.41537 0.01482 0.41732 0.01575 0.4194 0.01621 C 0.42071 0.01644 0.42214 0.0169 0.42344 0.01713 C 0.42943 0.0169 0.43529 0.0169 0.44115 0.01621 C 0.4448 0.01575 0.44284 0.01366 0.44571 0.01158 C 0.44688 0.01088 0.44818 0.01112 0.44935 0.01088 C 0.45026 0.00811 0.45091 0.00649 0.45183 0.00348 C 0.45235 0.00186 0.453 -4.81481E-6 0.45339 -0.00185 C 0.4543 -0.00625 0.45443 -0.00902 0.45495 -0.01365 C 0.45456 -0.01666 0.45456 -0.01967 0.45391 -0.02245 C 0.45326 -0.025 0.45183 -0.02685 0.45078 -0.02893 C 0.45039 -0.02986 0.45 -0.03101 0.44935 -0.03148 C 0.4487 -0.03194 0.44206 -0.03518 0.44167 -0.03518 C 0.43789 -0.03611 0.43008 -0.03703 0.43008 -0.03703 C 0.42565 -0.03865 0.42852 -0.03796 0.42201 -0.03703 C 0.4198 -0.03657 0.41758 -0.03657 0.41537 -0.03611 C 0.4142 -0.03587 0.41302 -0.03541 0.41185 -0.03518 C 0.4099 -0.03472 0.40808 -0.03449 0.40625 -0.03425 C 0.40078 -0.03449 0.39545 -0.03449 0.38998 -0.03518 C 0.38763 -0.03541 0.38529 -0.0368 0.38295 -0.03703 L 0.3642 -0.03611 C 0.3586 -0.03634 0.353 -0.03703 0.3474 -0.03703 C 0.34245 -0.0368 0.33321 -0.03495 0.32722 -0.03425 C 0.30677 -0.03171 0.31888 -0.03356 0.3069 -0.03148 C 0.29076 -0.03402 0.29948 -0.0331 0.26836 -0.03148 C 0.26641 -0.03148 0.26433 -0.03078 0.26237 -0.03055 C 0.25782 -0.03032 0.25326 -0.03009 0.2487 -0.02986 C 0.22396 -0.03032 0.19909 -0.02569 0.17461 -0.03148 C 0.17214 -0.03217 0.16966 -0.03287 0.16706 -0.03333 C 0.16407 -0.03379 0.15456 -0.03472 0.15183 -0.03518 C 0.1444 -0.03611 0.13933 -0.03726 0.13216 -0.03796 C 0.12618 -0.03819 0.12032 -0.03842 0.11433 -0.03865 L 0.10118 -0.03796 C 0.08073 -0.0368 0.0694 -0.03703 0.05209 -0.03518 C 0.04727 -0.03472 0.04519 -0.03449 0.04089 -0.03333 C 0.0362 -0.03217 0.03633 -0.03148 0.02969 -0.03055 L 0.02162 -0.02986 C 0.01602 -0.028 0.01524 -0.02685 0.00951 -0.02893 C 0.00365 -0.03078 0.00899 -0.03055 0.0069 -0.03055 L -0.00312 -0.03055 " pathEditMode="relative" ptsTypes="AAAAA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6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9EA25-2BD7-4711-353B-A3814FA1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CB57E0-7C11-24A8-4213-89800CAA2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The Approach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5944947-FAA7-6C15-9FAA-1F5965279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80" y="1381574"/>
            <a:ext cx="10105790" cy="4826186"/>
          </a:xfrm>
        </p:spPr>
        <p:txBody>
          <a:bodyPr>
            <a:normAutofit/>
          </a:bodyPr>
          <a:lstStyle/>
          <a:p>
            <a:r>
              <a:rPr lang="en-US" dirty="0"/>
              <a:t>Automatically creating waypoint</a:t>
            </a:r>
          </a:p>
          <a:p>
            <a:r>
              <a:rPr lang="en-US" dirty="0"/>
              <a:t>E.g. every 1m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6E22F0-D06B-8BF6-5B7A-06DAC9CB85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VCAI | Tom-Ole Korbach | Automatic Generation of 3D Environment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F65928-A4B0-392F-4771-0CF9C3203B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217A265-6F6F-B52C-7C56-CE8B9B0D8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4" t="8547" r="5198" b="1862"/>
          <a:stretch>
            <a:fillRect/>
          </a:stretch>
        </p:blipFill>
        <p:spPr>
          <a:xfrm>
            <a:off x="2298700" y="2089150"/>
            <a:ext cx="6838950" cy="39500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B8C94CC-604D-D970-6F9E-DC324D6E1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52334" y="3460182"/>
            <a:ext cx="457352" cy="4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8599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46FA3-9D78-74B5-9743-40607233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Approach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CC2946-CE67-730C-02D4-818A81D565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7CE8C5-7670-34A7-AAE0-94DAA24E59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E09C0FA-DCDB-B222-66B5-7FC85FF0C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957" y="1574799"/>
            <a:ext cx="6146146" cy="42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6981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87E1-36C0-9E04-97FF-8D467869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ACDF1-5AB8-AB3C-C0E1-2B15796B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Approach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7F989F82-FFD0-40C5-87A4-7CA05DC77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137" y="1546225"/>
            <a:ext cx="2952750" cy="393700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746696-62E3-A75B-B700-D1B6FA5D6D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8524FE5-176A-1BD9-8208-BD6B46FD40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CAB164A-6149-626A-8A32-29A6933F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815" y="1631950"/>
            <a:ext cx="5020733" cy="37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5407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849134-BD8B-A8CD-8B5E-98926FCD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8AD2DE-2592-4C3C-D3CD-6BFAA10D3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004449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336A-64AA-BDC2-7177-45A2994B8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702C87-79CE-E8E3-C999-C1236A5C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noProof="0" dirty="0"/>
              <a:t>The Problem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191E6F2-9911-E1A6-3E0C-EAF386F77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80" y="1381574"/>
            <a:ext cx="10105790" cy="4826186"/>
          </a:xfrm>
        </p:spPr>
        <p:txBody>
          <a:bodyPr>
            <a:normAutofit/>
          </a:bodyPr>
          <a:lstStyle/>
          <a:p>
            <a:r>
              <a:rPr lang="en-US" dirty="0"/>
              <a:t>Walk the recorded Path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FF71DE-1DEC-9A73-8985-E18FFD045B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VCAI | Tom-Ole Korbach | Automatic Generation of 3D Environment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CF7E93-C586-9E92-90C7-C9AA371C1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en-US" noProof="0" smtClean="0"/>
              <a:pPr>
                <a:spcAft>
                  <a:spcPts val="600"/>
                </a:spcAft>
              </a:pPr>
              <a:t>10</a:t>
            </a:fld>
            <a:endParaRPr lang="en-US" noProof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96CEE22-A319-C9E6-920C-06E43F38F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4" t="8547" r="5198" b="1862"/>
          <a:stretch>
            <a:fillRect/>
          </a:stretch>
        </p:blipFill>
        <p:spPr>
          <a:xfrm>
            <a:off x="2298700" y="2089150"/>
            <a:ext cx="6838950" cy="39500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22409D4-E770-8C3C-9055-35F6030AA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9484" y="3701482"/>
            <a:ext cx="457352" cy="4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49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0375 0.005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225F-FC40-15EE-8754-44BAB9FD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34CF5-244A-4295-F0DE-95A1B356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133B159-DAD5-7324-693E-D23021AF1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137" y="1546225"/>
            <a:ext cx="2952750" cy="393700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47E4A2-A759-A5BE-BDF0-E5DBFD79D0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03157A-2687-FBE5-96D2-E83FAB27DB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5341F7-8E40-539B-F7A0-A7AD1ED4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1" y="1619846"/>
            <a:ext cx="5053010" cy="378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6151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7920C8E4-2E3F-59FA-03CD-12F67693F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1" y="1619846"/>
            <a:ext cx="5053010" cy="37897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38B0007-16B5-DCB8-E9E3-7467BD0E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854A5F-1E1F-3DBC-697A-50F8F1B0E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April Tags</a:t>
            </a:r>
          </a:p>
          <a:p>
            <a:r>
              <a:rPr lang="en-US" dirty="0"/>
              <a:t>Visual Markers</a:t>
            </a:r>
          </a:p>
          <a:p>
            <a:r>
              <a:rPr lang="en-US" dirty="0"/>
              <a:t>Slower Speed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1B421D-4727-4C75-C64A-89B65DFD0E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EDCEF3-1BA5-C714-63DF-53D53CBDE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4A48CF8-80DB-5BC4-B0DB-7B5A144AC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9" t="14136" r="58498" b="14753"/>
          <a:stretch>
            <a:fillRect/>
          </a:stretch>
        </p:blipFill>
        <p:spPr>
          <a:xfrm>
            <a:off x="8746597" y="2261983"/>
            <a:ext cx="1113365" cy="112747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1D1C03C-F6FA-B8A7-DA96-A5AA7DF68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14611">
            <a:off x="6490832" y="3178904"/>
            <a:ext cx="1642461" cy="140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44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4739AD-0978-DDFF-A4F4-CB0E2733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Solution?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5E3637-2C7F-FA80-6B7F-6AE6E1085C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151969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10E3-D1E5-63A4-0F22-49437911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62E18-8EC4-1AD4-A9FB-331090B9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E34526-A793-4225-CA4F-F85B6BC82D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VCAI | Tom-Ole Korbach | Automatic Generation of 3D Environment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550449-6A94-FF21-F350-6AA092422B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de-DE" smtClean="0"/>
              <a:pPr/>
              <a:t>14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8FFDF92-DF8F-0755-2774-A2844E90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54" t="8547" r="5198" b="1862"/>
          <a:stretch>
            <a:fillRect/>
          </a:stretch>
        </p:blipFill>
        <p:spPr>
          <a:xfrm>
            <a:off x="2298700" y="2089150"/>
            <a:ext cx="6838950" cy="395001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7112F0-64FD-F2B2-62FD-DEB655E8F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3934" y="3720532"/>
            <a:ext cx="457352" cy="4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81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77 0.00672 L 0.00677 0.00672 C 0.0095 0.00533 0.01224 0.00325 0.0151 0.00301 C 0.0237 0.00186 0.0263 0.00278 0.03281 0.00487 C 0.03398 0.00649 0.0375 0.01158 0.03854 0.01412 C 0.03932 0.01621 0.03997 0.01899 0.04062 0.02153 C 0.04193 0.02686 0.04427 0.0382 0.04427 0.0382 C 0.0444 0.04005 0.04453 0.04167 0.04479 0.04375 C 0.04492 0.04607 0.04492 0.04862 0.04531 0.05116 C 0.04544 0.05325 0.04596 0.05533 0.04635 0.05764 C 0.04609 0.06158 0.04596 0.06551 0.04583 0.06968 C 0.0457 0.07107 0.04531 0.07269 0.04531 0.07431 C 0.04492 0.07871 0.04427 0.09561 0.04427 0.09931 C 0.04388 0.10973 0.04362 0.12547 0.04323 0.13635 C 0.0431 0.13912 0.04284 0.1419 0.04271 0.14468 C 0.04284 0.14746 0.04323 0.15 0.04323 0.15301 C 0.04323 0.1551 0.04271 0.15718 0.04271 0.1595 C 0.04232 0.16644 0.04232 0.17362 0.04219 0.18079 C 0.04232 0.1838 0.04245 0.18681 0.04271 0.19005 C 0.04271 0.19121 0.04271 0.1926 0.04323 0.19375 C 0.04414 0.19561 0.04557 0.197 0.04687 0.19838 C 0.04844 0.2 0.05013 0.20232 0.05208 0.20301 C 0.05417 0.20348 0.05612 0.20417 0.05833 0.20487 C 0.06081 0.20533 0.06627 0.20625 0.06875 0.20672 C 0.0918 0.20348 0.07799 0.20463 0.10989 0.20579 C 0.11198 0.20602 0.11406 0.20625 0.11614 0.20672 C 0.11732 0.20672 0.11849 0.20741 0.11979 0.20764 L 0.17083 0.20857 L 0.19687 0.20764 C 0.19765 0.20741 0.19857 0.20672 0.19948 0.20672 C 0.20117 0.20625 0.20286 0.20579 0.20469 0.20579 C 0.20768 0.20533 0.21094 0.2051 0.21406 0.20487 C 0.21484 0.20232 0.21588 0.2 0.21667 0.19746 C 0.21719 0.19491 0.21745 0.19237 0.21771 0.19005 C 0.2181 0.18542 0.21836 0.18056 0.21875 0.17616 C 0.21888 0.17408 0.21901 0.17246 0.21927 0.17061 C 0.2194 0.16829 0.2194 0.16621 0.21979 0.16412 C 0.21992 0.1625 0.22044 0.16088 0.22083 0.1595 C 0.21953 0.14561 0.22083 0.16274 0.22083 0.14746 C 0.22083 0.14584 0.22005 0.13588 0.21979 0.13357 C 0.2194 0.13149 0.21901 0.12987 0.21875 0.12801 C 0.21823 0.12477 0.21797 0.12037 0.21614 0.11875 C 0.2151 0.11783 0.21406 0.11644 0.21302 0.11598 C 0.2095 0.11389 0.20807 0.11412 0.20469 0.1132 C 0.20299 0.1125 0.20156 0.11181 0.2 0.11135 C 0.19857 0.11088 0.19713 0.11065 0.19583 0.11042 C 0.19505 0.11019 0.1944 0.1095 0.19375 0.1095 C 0.19245 0.10903 0.19127 0.1088 0.1901 0.10857 C 0.18919 0.10718 0.18828 0.10625 0.1875 0.10487 C 0.18581 0.10186 0.18659 0.10139 0.18594 0.09746 C 0.18542 0.09514 0.18476 0.09306 0.18437 0.09098 C 0.18372 0.08843 0.18333 0.08588 0.18281 0.08357 C 0.18255 0.08079 0.18242 0.07778 0.18229 0.07524 C 0.18203 0.07269 0.1819 0.07014 0.18177 0.06783 C 0.18151 0.06436 0.18138 0.06088 0.18125 0.05764 C 0.18151 0.05116 0.18229 0.0375 0.18281 0.03264 C 0.18294 0.03033 0.18346 0.02825 0.18385 0.02616 C 0.18424 0.02292 0.1845 0.01991 0.18489 0.0169 C 0.18502 0.01436 0.1845 0.01135 0.18542 0.0095 C 0.1862 0.00764 0.18776 0.00811 0.18906 0.00764 C 0.19114 0.00625 0.1931 0.00463 0.19531 0.00394 C 0.19752 0.00301 0.19974 0.00301 0.20208 0.00301 C 0.20586 0.00255 0.20963 0.00232 0.21354 0.00209 L 0.24583 0.00024 C 0.2681 -0.00509 0.25651 -0.00393 0.28073 -0.00254 C 0.28581 -0.00046 0.27943 -0.00324 0.28542 -0.00069 C 0.28607 -0.00046 0.28672 -0.00046 0.2875 0.00024 C 0.29336 0.0044 0.28763 0.00209 0.29427 0.00394 C 0.29531 0.00487 0.29635 0.00533 0.29739 0.00672 C 0.2987 0.00857 0.30104 0.0132 0.30104 0.0132 C 0.30117 0.01598 0.30104 0.01875 0.30156 0.02153 C 0.30182 0.02315 0.30286 0.02431 0.30312 0.02616 C 0.30364 0.03056 0.30377 0.03542 0.30417 0.04005 C 0.30417 0.04075 0.30534 0.05533 0.30417 0.06042 C 0.30182 0.06899 0.30234 0.06598 0.29948 0.07061 C 0.29752 0.07338 0.29831 0.07362 0.29583 0.07524 C 0.29492 0.0757 0.29401 0.0757 0.29323 0.07616 C 0.29153 0.07662 0.28997 0.07709 0.28854 0.07801 C 0.28763 0.07825 0.28685 0.0794 0.28594 0.07987 C 0.28398 0.08033 0.28203 0.08033 0.28021 0.08079 C 0.27461 0.08195 0.27943 0.08102 0.27396 0.08357 C 0.27057 0.08496 0.26406 0.08727 0.26406 0.08727 C 0.26289 0.08866 0.26055 0.09144 0.25989 0.09375 C 0.25859 0.09723 0.25885 0.10093 0.25833 0.10487 C 0.25794 0.10672 0.25755 0.10857 0.25729 0.11042 L 0.25573 0.13542 C 0.25508 0.14561 0.2556 0.14098 0.25417 0.14931 C 0.25456 0.17385 0.2539 0.16991 0.25521 0.1845 C 0.25534 0.18635 0.25534 0.1882 0.25573 0.19005 C 0.25586 0.19144 0.25651 0.19306 0.25677 0.19468 C 0.2569 0.19537 0.25768 0.20625 0.25885 0.20857 C 0.2595 0.20973 0.26055 0.21019 0.26146 0.21135 C 0.26198 0.21204 0.26237 0.2132 0.26302 0.21412 C 0.26393 0.21505 0.26497 0.21598 0.26614 0.2169 C 0.26797 0.21806 0.272 0.21829 0.27344 0.21875 L 0.28437 0.21783 C 0.2888 0.21737 0.29336 0.21737 0.29792 0.2169 C 0.29922 0.21667 0.30065 0.21598 0.30208 0.21598 C 0.3056 0.21551 0.30937 0.21528 0.31302 0.21505 L 0.34114 0.21598 C 0.34232 0.21598 0.34349 0.21644 0.34479 0.2169 C 0.34674 0.21737 0.35052 0.21806 0.3526 0.21875 C 0.3543 0.21922 0.35599 0.22014 0.35781 0.22061 C 0.36002 0.22107 0.36224 0.22107 0.36458 0.22153 C 0.36627 0.22176 0.36797 0.222 0.36979 0.22246 C 0.38307 0.22524 0.37109 0.22338 0.38333 0.22524 C 0.38542 0.22477 0.3875 0.22477 0.38958 0.22431 C 0.3957 0.22246 0.38984 0.22269 0.39531 0.21968 C 0.39635 0.21899 0.39765 0.21899 0.39896 0.21875 C 0.40547 0.21667 0.39622 0.21875 0.40625 0.2169 C 0.40742 0.21598 0.40911 0.21598 0.40989 0.21412 C 0.41107 0.21088 0.41146 0.20301 0.41146 0.20301 C 0.41198 0.18727 0.40924 0.18889 0.41562 0.18635 C 0.41653 0.18588 0.41771 0.18565 0.41875 0.18542 C 0.41979 0.1838 0.42109 0.18264 0.42187 0.18079 C 0.42318 0.17662 0.42331 0.16135 0.42344 0.1595 C 0.42318 0.15625 0.42305 0.15325 0.42292 0.15024 C 0.42278 0.14862 0.42239 0.147 0.42239 0.14561 C 0.422 0.13959 0.42213 0.1338 0.42187 0.12801 C 0.42161 0.12408 0.42083 0.1169 0.42083 0.1169 C 0.42057 0.11181 0.42044 0.10695 0.42031 0.10209 C 0.42005 0.09769 0.42109 0.0926 0.41979 0.08912 C 0.41862 0.08612 0.41588 0.08681 0.41406 0.08635 C 0.41107 0.08519 0.40807 0.08496 0.40521 0.0845 L 0.39896 0.08542 C 0.39752 0.08565 0.39609 0.08612 0.39479 0.08635 C 0.39127 0.08658 0.38776 0.08681 0.38437 0.08727 C 0.38229 0.08704 0.35677 0.08681 0.34792 0.08542 C 0.34557 0.08496 0.34336 0.08403 0.34114 0.08357 C 0.33932 0.08311 0.33763 0.08287 0.33594 0.08264 C 0.33398 0.08172 0.33203 0.08033 0.33021 0.07987 C 0.32656 0.07848 0.32239 0.07801 0.31875 0.07709 C 0.31055 0.075 0.32187 0.07732 0.31094 0.07524 C 0.31107 0.07338 0.31146 0.07153 0.31146 0.06968 C 0.31133 0.06829 0.31042 0.06713 0.31042 0.06598 C 0.31042 0.06389 0.31107 0.06227 0.31146 0.06042 C 0.3112 0.05857 0.31107 0.05649 0.31094 0.05487 C 0.31055 0.05232 0.30989 0.04746 0.30989 0.04746 C 0.30989 0.0463 0.30872 0.01875 0.31406 0.01227 C 0.31484 0.01112 0.31601 0.01065 0.31719 0.01042 C 0.32018 0.00973 0.32344 0.00973 0.32656 0.0095 C 0.33047 0.00996 0.3345 0.01112 0.33854 0.01135 L 0.3901 0.0132 C 0.41172 0.01088 0.38476 0.01343 0.41354 0.01135 C 0.42044 0.01065 0.42357 0.01019 0.43021 0.0095 L 0.43489 0.01042 C 0.4362 0.01065 0.43763 0.01135 0.43906 0.01135 C 0.44232 0.01135 0.44557 0.01065 0.44896 0.01042 C 0.45026 0.00533 0.4526 0.00093 0.45312 -0.00439 C 0.4543 -0.0206 0.45338 -0.01388 0.45521 -0.02476 C 0.45417 -0.02708 0.45299 -0.02916 0.45208 -0.03125 C 0.45156 -0.0324 0.44974 -0.03865 0.44896 -0.03958 C 0.44792 -0.04074 0.4444 -0.04213 0.44323 -0.04236 C 0.43867 -0.04351 0.43489 -0.04375 0.43021 -0.04421 L 0.28021 -0.04236 C 0.27773 -0.04236 0.27526 -0.04166 0.27292 -0.04143 L 0.2276 -0.0405 L 0.21146 -0.03958 C 0.20859 -0.03958 0.20586 -0.03912 0.20312 -0.03865 C 0.20182 -0.03865 0.20065 -0.03796 0.19948 -0.03773 C 0.17982 -0.03611 0.16601 -0.03588 0.14687 -0.03495 C 0.12812 -0.03101 0.13867 -0.03263 0.10521 -0.03402 C 0.097 -0.03449 0.07956 -0.03611 0.06927 -0.0368 C 0.06627 -0.03773 0.06328 -0.03912 0.06042 -0.03958 C 0.05169 -0.04097 0.04297 -0.04097 0.03437 -0.04236 C 0.02708 -0.04375 0.03086 -0.04305 0.02292 -0.04421 C 0.01836 -0.04398 0.0138 -0.04398 0.00937 -0.04328 C 0.00859 -0.04328 0.00794 -0.04236 0.00729 -0.04236 C 0.0043 -0.04236 0.0013 -0.04328 -0.00156 -0.04328 L -0.00156 -0.04328 " pathEditMode="relative" ptsTypes="AAAAAAAAAAAAAAAAAAAAAAAAAAAAAAAAAAAAAAAAAAAAAAAAAAAAAAAAAAAAAAAAAAAAAAAAAAAAAAAAAAAAAAAAAAAAAAAAAAAAAAAAAAAAAAAAAAAAAAAAAAAAAAAAAAAAAAAAAAAAAAAAAAAAAAAAAAAAAAAAAAAAAAAAAA">
                                      <p:cBhvr>
                                        <p:cTn id="6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DE492E-FE4B-49BA-4B3B-D9B1573E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 anchor="ctr">
            <a:normAutofit/>
          </a:bodyPr>
          <a:lstStyle/>
          <a:p>
            <a:r>
              <a:rPr lang="en-US" dirty="0"/>
              <a:t>The Solution?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4D6487-1EB7-D0A4-45C3-FD37CF16A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5552"/>
            <a:ext cx="5162550" cy="4711412"/>
          </a:xfrm>
        </p:spPr>
        <p:txBody>
          <a:bodyPr>
            <a:normAutofit/>
          </a:bodyPr>
          <a:lstStyle/>
          <a:p>
            <a:r>
              <a:rPr lang="en-US" dirty="0"/>
              <a:t>Humans in almost all Points</a:t>
            </a:r>
          </a:p>
          <a:p>
            <a:r>
              <a:rPr lang="en-US" dirty="0"/>
              <a:t>Stronger Preprocessing</a:t>
            </a:r>
          </a:p>
          <a:p>
            <a:r>
              <a:rPr lang="en-US" dirty="0"/>
              <a:t>No identical routes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A1C227-DD16-6329-E615-CC51E938C9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0"/>
            <a:ext cx="999966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VCAI | Tom-Ole Korbach | Automatic Generation of 3D Environment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95CAD8-0265-3160-3C84-7075EBA561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37862" y="6356350"/>
            <a:ext cx="5159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F4A6CBB-F502-4F21-9EEC-F3DA3CA45789}" type="slidenum">
              <a:rPr lang="de-DE" smtClean="0"/>
              <a:pPr>
                <a:spcAft>
                  <a:spcPts val="600"/>
                </a:spcAft>
              </a:pPr>
              <a:t>15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EDED9E7-8D9C-39B9-8BBE-601640B3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49" r="2771" b="2"/>
          <a:stretch>
            <a:fillRect/>
          </a:stretch>
        </p:blipFill>
        <p:spPr>
          <a:xfrm>
            <a:off x="6191250" y="1465552"/>
            <a:ext cx="5162550" cy="471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63253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0848F-A57E-46D7-8BDB-3268266E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CA8B51-2A73-4AAB-BA2F-4EF987C97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200338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56205-8BAF-4355-8297-41CC6093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Timeline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169E85-9320-4C57-A73A-75001C6C5E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VCAI | Tom-Ole Korbach | Automatic Generation of 3D Environment</a:t>
            </a:r>
            <a:endParaRPr lang="en-US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FE2BC8-2E72-4F71-83D4-C9DAFF5162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4A6CBB-F502-4F21-9EEC-F3DA3CA45789}" type="slidenum">
              <a:rPr lang="en-US" noProof="0" smtClean="0"/>
              <a:pPr/>
              <a:t>17</a:t>
            </a:fld>
            <a:endParaRPr lang="en-US" noProof="0" dirty="0"/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25F4B48B-B7FC-2E87-BB01-B35D49CE5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7738750"/>
              </p:ext>
            </p:extLst>
          </p:nvPr>
        </p:nvGraphicFramePr>
        <p:xfrm>
          <a:off x="838200" y="1129505"/>
          <a:ext cx="10572752" cy="4598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9E3048B-E072-4B20-862C-030B3B09752A}"/>
              </a:ext>
            </a:extLst>
          </p:cNvPr>
          <p:cNvCxnSpPr/>
          <p:nvPr/>
        </p:nvCxnSpPr>
        <p:spPr>
          <a:xfrm>
            <a:off x="3746257" y="1414426"/>
            <a:ext cx="0" cy="416098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45120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22CB-3DED-A1A2-21B4-CD39E60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56B063-8FC9-3ACF-6C97-60D5353C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3D7D09-671E-145D-64AC-9E051065B6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646666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VCAI">
  <a:themeElements>
    <a:clrScheme name="Warmes Blau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enutzerdefiniert 2">
      <a:majorFont>
        <a:latin typeface="Lato"/>
        <a:ea typeface=""/>
        <a:cs typeface=""/>
      </a:majorFont>
      <a:minorFont>
        <a:latin typeface="La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Breitbild</PresentationFormat>
  <Paragraphs>71</Paragraphs>
  <Slides>18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Lato</vt:lpstr>
      <vt:lpstr>Lato Light</vt:lpstr>
      <vt:lpstr>VCAI</vt:lpstr>
      <vt:lpstr>Bi-Weekly Presentation</vt:lpstr>
      <vt:lpstr>PowerPoint-Präsentation</vt:lpstr>
      <vt:lpstr>Bachelor Thesis</vt:lpstr>
      <vt:lpstr>The Approach</vt:lpstr>
      <vt:lpstr>The Approach</vt:lpstr>
      <vt:lpstr>The Approach</vt:lpstr>
      <vt:lpstr>The Approach</vt:lpstr>
      <vt:lpstr>The Approach</vt:lpstr>
      <vt:lpstr>The Problem</vt:lpstr>
      <vt:lpstr>The Problem</vt:lpstr>
      <vt:lpstr>The Problem</vt:lpstr>
      <vt:lpstr>The Problem</vt:lpstr>
      <vt:lpstr>The Solution?</vt:lpstr>
      <vt:lpstr>The Solution?</vt:lpstr>
      <vt:lpstr>The Solution?</vt:lpstr>
      <vt:lpstr>Timeline</vt:lpstr>
      <vt:lpstr>Timeline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MartenF</dc:creator>
  <cp:lastModifiedBy>Tom-Ole Korbach</cp:lastModifiedBy>
  <cp:revision>87</cp:revision>
  <dcterms:created xsi:type="dcterms:W3CDTF">2024-03-28T09:42:46Z</dcterms:created>
  <dcterms:modified xsi:type="dcterms:W3CDTF">2026-05-11T17:18:45Z</dcterms:modified>
</cp:coreProperties>
</file>